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פתיחה — הצגת המוצר AVAR למשתמשים חדשים.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סדר היום: מהבעיה, דרך הזרימה המלאה של המערכת, ועד המנוע הניתן להרחבה.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מערכות מודיעין נכשלות לעיתים רחוקות בגלל חוסר במידע. הן נכשלות כי אף אחד לא שאל את השאלה הנכונה בזמן. AVAR נבנתה כדי לשאול את השאלה הזו — באופן שיטתי, על כל הערכה, בלי תלות בזמינות של אדם מסוים.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AVAR אינה "עוד כלי AI שמסכם מסמכים". היא מיישמת דפוס עבודה: מסמך נכנס, מפורק לטענות והנחות, מחולק לסוכנים מומחים שכל אחד מהם חוקר באופן עצמאי, והתוצאות ממוזגות לדו"ח אחד שמדרג חלופות ומצביע על מה שחסר.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הצינור רץ ברקע. האנליסט רואה אותו מתקדם בזמן אמת ואינו צריך להמתין מול מסך ריק — כל חיפוש, כל סוכן שמתחיל וכל סוכן שמסיים נרשמים ביומן פעילות חי.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מסך הכניסה — ממשק RTL מלא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לוח הבקרה — היסטוריית הערכות עם טלמטריה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מסך הערכה חדשה — קליטה, Workflow, מודל ובחירת סוכנים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בחירת מודל שפה וסוכנים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מסך העיבוד — יומן פעילות חי בשלוש שפות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לשונית התמצית — שיפוט ההערכה, לא סיכומה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לשונית הטענות — ביטחון וסיכון כשני צירים נפרדים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הנחות מפורשות מול סמויות, ודירוג הסיכון של כל אחת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עדויות סותרות עם מקור, תאריך ורמת אמינות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חלופות מדורגות — חומרה והסתברות כשני ממדים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לשונית ההמלצות — צעדים אופרטיביים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פלט גולמי לכל סוכן, עם המיומנויות שהופעלו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ישויות מחולצות ומדורגות לפי רלוונטיות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מבחן הלחץ האסטרטגי — הפתעה, הטעיה ושכרון כוח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יומן הביקורת — כל שאילתה וכל תוצאה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שקיפות מלאה — כולל עלות חישובית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המסמך המקורי נשמר לצד הדו"ח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פאנל השיחה — המשך חקירה על גבי הדו"ח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ניהול מיומנויות — מובנות ומותאמות אישית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שלב 1 באשף יצירת המיומנות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שלב 4 — מיקוד מקורות החיפוש של המיומנות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תצוגה מקדימה של קובץ המיומנות שייווצר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ניהול סוכנים — תפקיד, עדיפות ומיומנויות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הגדרת סוכן חדש — תיאור והנחיות פרומפט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ניהול Workflows — תצורות ניתוח לשימוש חוזר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ניהול מקורות — חיבור מאגרי מידע פרטיים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ניהול משתמשים — למנהל מערכת בלבד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ארכיטקטורת האבטחה של AVAR נגזרת מהנחת יסוד אחת: המסמכים שהמערכת מקבלת הם הנכס הרגיש ביותר בה. מכאן נגזרות ההגבלות — אין מפתחות בצד לקוח, אין תוכן גולמי בלוגים, ואין אחסון לא מוצפן.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AVAR אינה מחליפה את האנליסט. היא מוודאת שאף הערכה לא תצא מהדלת בלי שמישהו — או משהו — ניסה להפריך אותה קודם.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7"/>
          </a:solidFill>
          <a:ln/>
        </p:spPr>
      </p:sp>
      <p:sp>
        <p:nvSpPr>
          <p:cNvPr id="3" name="Shape 1"/>
          <p:cNvSpPr/>
          <p:nvPr/>
        </p:nvSpPr>
        <p:spPr>
          <a:xfrm>
            <a:off x="8351215" y="-2011680"/>
            <a:ext cx="5852160" cy="585216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94560" y="3749040"/>
            <a:ext cx="5120640" cy="5120640"/>
          </a:xfrm>
          <a:prstGeom prst="ellipse">
            <a:avLst/>
          </a:prstGeom>
          <a:solidFill>
            <a:srgbClr val="15305A"/>
          </a:solidFill>
          <a:ln w="12700">
            <a:solidFill>
              <a:srgbClr val="1530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72865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AVAR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8B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VALIDATION AND ASSESSMENT REVIEW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אימות הערכות מודיעיניות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4069080"/>
            <a:ext cx="9265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D6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הצגת המוצר: מה המערכת עושה, איך היא עובדת ומה הפיצ'רים המרכזיים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84632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3A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היכרות למשתמשים חדשים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תוכן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 במדריך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41568" y="1691640"/>
            <a:ext cx="550148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הערכות נכתבות בלחץ — ואף אחד לא מאתגר אותן שיטתית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הפילוסופיה של Claude Code — בעולם המחקר המודיעיני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שישה שלבים, מהמסמך ועד הדו"ח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כניסה מאובטחת, ממשק עברי מלא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כל ההערכות במקום אחד — עם מחיר התהליך גלוי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מסמך פנימה — בשלוש החלטות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האנליסט מחליט מי בודק ובאיזה מודל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רואים את המערכת חושבת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דו"ח אחד, אחת-עשרה זוויות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 כל טענה מקבלת ציון ביטחון, ציון סיכון והסבר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 ההנחה הסמויה — הממצא שהכי קשה לראות לבד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 מה שההערכה לא הזכירה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 לא תרחיש אחד — ארבעה, מדורגים בשני ממדים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 מה לעשות מחר בבוקר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 כל סוכן, בנפרד, עם השם שלו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 מי, מה, איפה ומתי — מחולץ אוטומטית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50148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 שלוש עדשות של כשל אסטרטגי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 כל חיפוש שבוצע — פתוח לבדיקה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 מה הופעל, כמה זה עלה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  הדו"ח והמסמך שהוליד אותו — באותו מסך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  שיחה עם הדו"ח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  מיומנויות — הידע המקצועי כקובץ שאפשר לערוך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  Skill Creator — אשף בשישה שלבים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  מיקוד החיפוש — דומיינים ומקורות API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  התוצר: קובץ Markdown שאפשר לקרוא, לגרסן ולשתף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  סוכנים — מי בודק את ההערכה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  Agent Creator — הגדרת מומחה חדש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  Workflows — תצורות ניתוח שמורות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  מקורות — חיבור מאגרים פרטיים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  משתמשים והרשאות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  עקרונות שנבנו לתוך המערכת</a:t>
            </a:r>
            <a:endParaRPr lang="en-US" sz="12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  מה המערכת נותנת לאנליסט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הערכות נכתבות בלחץ — ואף אחד לא מאתגר אותן שיטתית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0148" y="1737360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68735" y="2162556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1316" y="1792224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אנליסטים כותבים הערכות עם מידע חלקי, בלוח זמנים קצר ועם הטיות קוגניטיביות טבעיות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0148" y="2843784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268980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1316" y="2898648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הנחה סמויה אחת יכולה לשאת שלוש טענות מרכזיות — בלי שאיש ינסח אותה במפורש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0148" y="3950208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68735" y="4375404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1316" y="4005072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עדויות סותרות קיימות בשטח, אבל אין זמן לחפש אותן בשלוש שפות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07228" y="2162556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1792224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עמיתים תלויה בזמינות של בכיר, ובמה שהוא במקרה מכיר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43784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7228" y="3268980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2898648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התוצאה: נקודות עיוורון שמתגלות רק בדיעבד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94415" cy="1097280"/>
          </a:xfrm>
          <a:prstGeom prst="roundRect">
            <a:avLst>
              <a:gd name="adj" fmla="val 5833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6636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מערכות מודיעין נכשלות לעיתים רחוקות בגלל חוסר במידע. הן נכשלות כי אף אחד לא שאל את השאלה הנכונה בזמן. AVAR נבנתה כדי לשאול את השאלה הזו — באופן שיטתי, על כל הערכה, בלי תלות בזמינות של אדם מסוים.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הרעיון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הפילוסופיה של Claude Code — בעולם המחקר המודיעיני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0148" y="1737360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68735" y="2162556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1316" y="1792224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כשם שמפתח עובד עם סוכן שמאתגר ומאמת את הקוד שלו — האנליסט עובד עם AVAR שמאתגרת ומאמתת את ההערכה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0148" y="2843784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268980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1316" y="2898648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סוכנים (Agents): מומחים וירטואליים בעלי תפקיד מוגדר — מנתח לבנון, מנתח כלכלי, מנתח BDA, Devil's Advocate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0148" y="3950208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68735" y="4375404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1316" y="4005072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מיומנויות (Skills): קובצי ידע מקצועי בפורמט Markdown, שמוזרקים לסוכן בזמן ההפעלה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07228" y="2162556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1792224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לולאת מחקר: כל סוכן מפעיל חיפוש רשת עצמאי בעברית, אנגלית וערבית לפני שהוא קובע משהו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43784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7228" y="3268980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2898648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הכול פתוח לעריכה: אנליסט יכול ליצור מיומנות או סוכן חדשים מהממשק, בלי מפתח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94415" cy="1097280"/>
          </a:xfrm>
          <a:prstGeom prst="roundRect">
            <a:avLst>
              <a:gd name="adj" fmla="val 5833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6636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AVAR אינה "עוד כלי AI שמסכם מסמכים". היא מיישמת דפוס עבודה: מסמך נכנס, מפורק לטענות והנחות, מחולק לסוכנים מומחים שכל אחד מהם חוקר באופן עצמאי, והתוצאות ממוזגות לדו"ח אחד שמדרג חלופות ומצביע על מה שחסר.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עובד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שישה שלבים, מהמסמך ועד הדו"ח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66837" y="17373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57255" y="1938528"/>
            <a:ext cx="457200" cy="457200"/>
          </a:xfrm>
          <a:prstGeom prst="ellipse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57255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95437" y="1956816"/>
            <a:ext cx="2570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— קליטה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95437" y="2432304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הדבקת טקסט או העלאת קובץ (md / txt / docx / pdf). המערכת מזהה את שפת המסמך ומחלצת ממנו טקסט נורמלי.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7738" y="17373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98157" y="1938528"/>
            <a:ext cx="457200" cy="457200"/>
          </a:xfrm>
          <a:prstGeom prst="ellipse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98157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6338" y="1956816"/>
            <a:ext cx="2570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— פירוק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36338" y="2432304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הטענות המרכזיות, ההנחות המפורשות והסמויות, פערי המידע, ההסתמכות על מקור יחיד וההטיות הקוגניטיביות.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7373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39058" y="1938528"/>
            <a:ext cx="457200" cy="457200"/>
          </a:xfrm>
          <a:prstGeom prst="ellipse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3905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1956816"/>
            <a:ext cx="2570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— הקצאה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432304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הסוכנים הרלוונטיים — אוטומטית לפי תוכן המסמך, או ידנית. עד חמישה סוכנים פועלים במקביל.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6837" y="37947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7255" y="3995928"/>
            <a:ext cx="457200" cy="457200"/>
          </a:xfrm>
          <a:prstGeom prst="ellipse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57255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95437" y="4014216"/>
            <a:ext cx="2570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— מחקר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95437" y="4489704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סוכן מפעיל חיפוש רשת בעברית/אנגלית/ערבית, אוסף עדויות תומכות וסותרות, ומדרג את אמינות המקורות ב-3 רמות.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07738" y="37947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98157" y="3995928"/>
            <a:ext cx="457200" cy="457200"/>
          </a:xfrm>
          <a:prstGeom prst="ellipse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98157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36338" y="4014216"/>
            <a:ext cx="2570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 — סינתזה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36338" y="4489704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מיזוג פלטי כל הסוכנים לדו"ח אחד: תמצית, טענות, עדויות סותרות, חלופות מדורגות והמלצות.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794760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39058" y="3995928"/>
            <a:ext cx="457200" cy="457200"/>
          </a:xfrm>
          <a:prstGeom prst="ellipse">
            <a:avLst/>
          </a:prstGeom>
          <a:solidFill>
            <a:srgbClr val="0F2447"/>
          </a:solidFill>
          <a:ln w="12700">
            <a:solidFill>
              <a:srgbClr val="0F244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3905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014216"/>
            <a:ext cx="2570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— מבחן לחץ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4489704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בחינה נוספת של ההערכה דרך שלוש עדשות כשל אסטרטגי: הפתעה, הטעיה ושכרון כוח.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 מאובטחת, ממשק עברי מלא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מבוסס משתמש וסיסמה עם טוקן JWT בתוקף מוגבל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נקודות הקצה של ה-API דורשות אימות — אין גישה אנונימית לנתונים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הרשאות לפי תפקיד: אנליסט מול מנהל מערכת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הממשק כולו בעברית RTL, כולל תוכן בערבית ובאנגלית בתוך הדו"חות</a:t>
            </a:r>
            <a:endParaRPr lang="en-US" sz="1200" dirty="0"/>
          </a:p>
        </p:txBody>
      </p:sp>
      <p:pic>
        <p:nvPicPr>
          <p:cNvPr id="6" name="Image 0" descr="/home/user/flightzone/docs/avar-guide/assets/01-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הכניסה — ממשק RTL מלא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בקרה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ההערכות במקום אחד — עם מחיר התהליך גלוי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כל ההערכות, החדשות למעלה, עם סטטוס צבעוני: ממתין · מנתח · חוקר · מסנתז · הושלם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שורה מציגה טלמטריה אמיתית: מספר מילים, כמות סוכנים, קריאות LLM, טוקנים וחיפושי רשת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הערכה שהסתיימה נפתחת ישירות לדו"ח; הערכה שרצה נפתחת למסך העיבוד החי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עלות מלאה — המשתמש רואה כמה "עלה" כל ניתוח</a:t>
            </a:r>
            <a:endParaRPr lang="en-US" sz="1200" dirty="0"/>
          </a:p>
        </p:txBody>
      </p:sp>
      <p:pic>
        <p:nvPicPr>
          <p:cNvPr id="6" name="Image 0" descr="/home/user/flightzone/docs/avar-guide/assets/02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הבקרה — היסטוריית הערכות עם טלמטריה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הערכה חדשה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פנימה — בשלוש החלטות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קליטה בשתי דרכים: הדבקת טקסט ישירות, או גרירת קובץ md / txt / docx / pdf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תצורת ניתוח שמורה שנבחרת אוטומטית לפי מילות מפתח במסמך — כאן המערכת זיהתה "הפסקת אש" והציעה את התצורה המתאימה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מודל שפה: Claude Sonnet למהירות ודיוק, או מודל הסקה לחשיבה מעמיקה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סוכנים ידנית — או השארה ריקה, ואז המערכת בוחרת לבד לפי תוכן המסמך</a:t>
            </a:r>
            <a:endParaRPr lang="en-US" sz="1200" dirty="0"/>
          </a:p>
        </p:txBody>
      </p:sp>
      <p:pic>
        <p:nvPicPr>
          <p:cNvPr id="6" name="Image 0" descr="/home/user/flightzone/docs/avar-guide/assets/03-new-assess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980" y="1737360"/>
            <a:ext cx="4168336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הערכה חדשה — קליטה, Workflow, מודל ובחירת סוכנים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שליטה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האנליסט מחליט מי בודק ובאיזה מודל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ה-LLM ניתן להחלפה — המערכת אינה כבולה לספק אחד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סוכן אפשר להגדיר מודל משלו: סוכן אחד יכול לרוץ על מודל הסקה כבד והשאר על מודל מהיר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הסוכנים נטענת מקובצי ההגדרה — כל סוכן שנוסף מופיע כאן מיד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השארת הבחירה ריקה מפעילה בחירה אוטומטית, ותמיד מצורף אליה Devil's Advocate</a:t>
            </a:r>
            <a:endParaRPr lang="en-US" sz="1200" dirty="0"/>
          </a:p>
        </p:txBody>
      </p:sp>
      <p:pic>
        <p:nvPicPr>
          <p:cNvPr id="6" name="Image 0" descr="/home/user/flightzone/docs/avar-guide/assets/04-model-and-ag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מודל שפה וסוכנים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בזמן אמת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רואים את המערכת חושבת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סרגל התקדמות לפי ארבעת השלבים: מנתח מסמך ← מפעיל סוכנים ← חוקר עדויות ← מסנתז דו"ח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כל סוכן בזמן אמת: ממתין · פעיל · הושלם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יומן פעילות חי — כל שאילתת חיפוש נרשמת עם השפה שבה בוצעה ומספר התוצאות שהתקבלו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מדווחת גם על מה שחסר לה: "סוכנים לא נמצאו: humanitarian logistics" — הזמנה ליצור אותו</a:t>
            </a:r>
            <a:endParaRPr lang="en-US" sz="1200" dirty="0"/>
          </a:p>
        </p:txBody>
      </p:sp>
      <p:pic>
        <p:nvPicPr>
          <p:cNvPr id="6" name="Image 0" descr="/home/user/flightzone/docs/avar-guide/assets/05-proces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העיבוד — יומן פעילות חי בשלוש שפות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התוצר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דו"ח אחד, אחת-עשרה זוויות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הדו"ח נושאת את לוג השקיפות: אילו סוכנים פעלו ואילו מיומנויות הופעלו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באנר צהוב מציין רכיבים שחסרו בניתוח — סוכן או מיומנות שהיו משפרים את הדיוק, עם קישור ישיר ליצירתם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תמצית המנהלים אינה מסכמת את המסמך — היא שופטת אותו: מה מחזיק, מה לא, ומה הפער המשמעותי ביותר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ייצוא הדו"ח כקובץ HTML עצמאי בלחיצה אחת</a:t>
            </a:r>
            <a:endParaRPr lang="en-US" sz="1200" dirty="0"/>
          </a:p>
        </p:txBody>
      </p:sp>
      <p:pic>
        <p:nvPicPr>
          <p:cNvPr id="6" name="Image 0" descr="/home/user/flightzone/docs/avar-guide/assets/06-report-summa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התמצית — שיפוט ההערכה, לא סיכומה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טענות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טענה מקבלת ציון ביטחון, ציון סיכון והסבר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רמת ביטחון (גבוה / בינוני / נמוך) — עם נימוק מפורש למה דווקא הרמה הזו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סיכון אם שגוי — ממד נפרד לגמרי: טענה יכולה להיות בביטחון בינוני אבל בסיכון גבוה מאוד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המקורות התומכים, ורשימת העדויות עצמן עם קישור וסיווג אמינות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סיווג מקורות אוטומטי בשלוש רמות: T1 (סוכנויות מובילות), T2 (כללי), T3 (רשתות חברתיות)</a:t>
            </a:r>
            <a:endParaRPr lang="en-US" sz="1200" dirty="0"/>
          </a:p>
        </p:txBody>
      </p:sp>
      <p:pic>
        <p:nvPicPr>
          <p:cNvPr id="6" name="Image 0" descr="/home/user/flightzone/docs/avar-guide/assets/07-report-clai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הטענות — ביטחון וסיכון כשני צירים נפרדים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הנחות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ההנחה הסמויה — הממצא שהכי קשה לראות לבד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מפרידה בין הנחה מפורשת (נכתבה) להנחה סמויה (הונחה ולא נוסחה)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הנחה: מה יקרה אם היא שגויה — במילים, לא בציון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ההנחות הסמויות הן לרוב הממצא החשוב ביותר: הן נושאות את ההערכה ואף אחד לא בחן אותן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בדוגמה: ההנחה ש"פגיעה ביכולת מתורגמת לירידה בכוונה" נושאת שלוש מארבע הטענות המרכזיות</a:t>
            </a:r>
            <a:endParaRPr lang="en-US" sz="1200" dirty="0"/>
          </a:p>
        </p:txBody>
      </p:sp>
      <p:pic>
        <p:nvPicPr>
          <p:cNvPr id="6" name="Image 0" descr="/home/user/flightzone/docs/avar-guide/assets/08-report-assump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הנחות מפורשות מול סמויות, ודירוג הסיכון של כל אחת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עדויות סותרות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שההערכה לא הזכירה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טענה מרכזית, הסוכנים מחפשים באופן אקטיבי עדויות שסותרות אותה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עדות מגיעה עם מקור, תאריך פרסום וסיווג אמינות — ולא כטענה ערטילאית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החיפוש רץ בשלוש שפות, כך שגם סיקור מקומי שאינו באנגלית נכנס לתמונה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זהו הלב של המערכת: לא לאשש את ההערכה אלא לנסות להפריך אותה</a:t>
            </a:r>
            <a:endParaRPr lang="en-US" sz="1200" dirty="0"/>
          </a:p>
        </p:txBody>
      </p:sp>
      <p:pic>
        <p:nvPicPr>
          <p:cNvPr id="6" name="Image 0" descr="/home/user/flightzone/docs/avar-guide/assets/09-report-contradict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עדויות סותרות עם מקור, תאריך ורמת אמינות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חלופות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תרחיש אחד — ארבעה, מדורגים בשני ממדים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חלופה מדורגת בחומרה ובהסתברות בנפרד — כי חלופה בהסתברות נמוכה וחומרה גבוהה עדיין מחייבת היערכות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חלופה: עדויות תומכות, עדויות נגד ומשמעות מבצעית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התרחיש שההערכה המקורית הציגה כוודאי מופיע כאן כאחת מכמה חלופות — וזו בדיוק הנקודה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האנליסט יכול לשלב חלופה בהערכה המעודכנת, או לדחות אותה מתוך מודעות</a:t>
            </a:r>
            <a:endParaRPr lang="en-US" sz="1200" dirty="0"/>
          </a:p>
        </p:txBody>
      </p:sp>
      <p:pic>
        <p:nvPicPr>
          <p:cNvPr id="6" name="Image 0" descr="/home/user/flightzone/docs/avar-guide/assets/10-report-alternativ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חלופות מדורגות — חומרה והסתברות כשני ממדים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המלצות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לעשות מחר בבוקר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המלצות אופרטיביות ולא הערות כלליות: הורד רמת ביטחון, הפרד בין יכולת לכוונה, אמת נתון ממקור שני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הוספת אינדיקטורי אזהרה מוקדמת למעקב שוטף — מה בדיוק לנטר מכאן והלאה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ניסוח מותנה של ההמלצה המבצעית במקום ניסוח מוחלט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ההמלצות נגזרות מהממצאים ומצביעות אחורה על הטענה או ההנחה שהולידה אותן</a:t>
            </a:r>
            <a:endParaRPr lang="en-US" sz="1200" dirty="0"/>
          </a:p>
        </p:txBody>
      </p:sp>
      <p:pic>
        <p:nvPicPr>
          <p:cNvPr id="6" name="Image 0" descr="/home/user/flightzone/docs/avar-guide/assets/11-report-recommenda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ההמלצות — צעדים אופרטיביים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סוכנים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סוכן, בנפרד, עם השם שלו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הדו"ח המסונתז אינו קופסה שחורה — אפשר לפתוח כל סוכן ולקרוא את הניתוח הגולמי שלו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ליד כל סוכן מוצגות המיומנויות שהופעלו עבורו — מה בדיוק הזין את הניתוח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כשסוכנים חולקים על עצמם, ההבדל גלוי ולא מוחלק בסינתזה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מלאה: אפשר להתחקות אחרי כל ממצא בדו"ח עד הסוכן שהעלה אותו</a:t>
            </a:r>
            <a:endParaRPr lang="en-US" sz="1200" dirty="0"/>
          </a:p>
        </p:txBody>
      </p:sp>
      <p:pic>
        <p:nvPicPr>
          <p:cNvPr id="6" name="Image 0" descr="/home/user/flightzone/docs/avar-guide/assets/12-report-ag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 גולמי לכל סוכן, עם המיומנויות שהופעלו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ישויות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מי, מה, איפה ומתי — מחולץ אוטומטית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חילוץ אוטומטי של אנשים, ארגונים, מיקומים ואירועים מתוך המסמך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ישות תפקיד או סוג, ודירוג רלוונטיות (גבוה / בינוני / נמוך)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אירועים מגיעים עם תאריך — בסיס לבניית ציר זמן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שימושי להצלבה בין הערכות ולזיהוי מהיר של הגורמים המרכזיים</a:t>
            </a:r>
            <a:endParaRPr lang="en-US" sz="1200" dirty="0"/>
          </a:p>
        </p:txBody>
      </p:sp>
      <p:pic>
        <p:nvPicPr>
          <p:cNvPr id="6" name="Image 0" descr="/home/user/flightzone/docs/avar-guide/assets/13-report-entit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ישויות מחולצות ומדורגות לפי רלוונטיות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ראייה אסטרטגית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עדשות של כשל אסטרטגי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הפתעה אסטרטגית — האם האינדיקטורים שההערכה נשענת עליהם בכלל מבחינים בין התרחישים המנוגדים?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הטעיה אסטרטגית — האם הסימנים שאנחנו רואים הם בדיוק הסימנים שהיריב רוצה שנראה?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שכרון כוח — האם רמת הביטחון המוצהרת גבוהה מהבסיס הראייתי בפועל?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עדשה: הערכה, אינדיקטורים מהמסמך, ותרחישים — כולל תרחיש קיצון עם השלכות מסדר שני</a:t>
            </a:r>
            <a:endParaRPr lang="en-US" sz="1200" dirty="0"/>
          </a:p>
        </p:txBody>
      </p:sp>
      <p:pic>
        <p:nvPicPr>
          <p:cNvPr id="6" name="Image 0" descr="/home/user/flightzone/docs/avar-guide/assets/16-report-strateg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מבחן הלחץ האסטרטגי — הפתעה, הטעיה ושכרון כוח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חיפוש שבוצע — פתוח לבדיקה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יומן מלא של כל שאילתות החיפוש: מי שאל, מה שאל, באיזו שפה ובאיזו שעה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פתיחת שאילתה חושפת את התוצאות הגולמיות — כותרת, קישור, תאריך, תקציר ורמת אמינות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לאמת כל ממצא בדו"ח מול המקור שהוליד אותו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לביקורת מקצועית: האם הסוכן חיפש את הדבר הנכון?</a:t>
            </a:r>
            <a:endParaRPr lang="en-US" sz="1200" dirty="0"/>
          </a:p>
        </p:txBody>
      </p:sp>
      <p:pic>
        <p:nvPicPr>
          <p:cNvPr id="6" name="Image 0" descr="/home/user/flightzone/docs/avar-guide/assets/15-report-aud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יומן הביקורת — כל שאילתה וכל תוצאה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וטלמטריה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הופעל, כמה זה עלה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הסוכנים והמיומנויות שהופעלו, וזמן הפקת הדו"ח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טלמטריה מדויקת: קריאות LLM, טוקני קלט, טוקני פלט וחיפושי רשת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מאפשר ניהול עלות אמיתי ברמת ההערכה הבודדת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 השקיפות המלא נשמר כחלק מהדו"ח ולא כמטא-דאטה נפרדת</a:t>
            </a:r>
            <a:endParaRPr lang="en-US" sz="1200" dirty="0"/>
          </a:p>
        </p:txBody>
      </p:sp>
      <p:pic>
        <p:nvPicPr>
          <p:cNvPr id="6" name="Image 0" descr="/home/user/flightzone/docs/avar-guide/assets/14-report-transparenc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מלאה — כולל עלות חישובית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 מקורי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הדו"ח והמסמך שהוליד אותו — באותו מסך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המסמך שנקלט נשמר במלואו וזמין בלשונית נפרדת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לעבור בין הממצא למקור שלו בלי לצאת מהמערכת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 על הקשר בין הביקורת לטקסט שנבדק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המסמך נשמר מוצפן ואינו נשלח לצד שלישי מעבר לנדרש לניתוח</a:t>
            </a:r>
            <a:endParaRPr lang="en-US" sz="1200" dirty="0"/>
          </a:p>
        </p:txBody>
      </p:sp>
      <p:pic>
        <p:nvPicPr>
          <p:cNvPr id="6" name="Image 0" descr="/home/user/flightzone/docs/avar-guide/assets/18-report-original-do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המסמך המקורי נשמר לצד הדו"ח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המשך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עם הדו"ח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שיחה בתחתית הדו"ח — שאלות המשך בשפה חופשית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נשענת על הדו"ח, על המסמך ועל הממצאים — ולא על ידע כללי בלבד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מפעילה חיפוש רשת נוסף תוך כדי שיחה כשצריך, ומציגה מה היא מחפשת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האנליסט יכול לבחון טענה, לבקש הסבר או לחפש עדות נוספת בלי להריץ ניתוח חדש</a:t>
            </a:r>
            <a:endParaRPr lang="en-US" sz="1200" dirty="0"/>
          </a:p>
        </p:txBody>
      </p:sp>
      <p:pic>
        <p:nvPicPr>
          <p:cNvPr id="6" name="Image 0" descr="/home/user/flightzone/docs/avar-guide/assets/17-report-ch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השיחה — המשך חקירה על גבי הדו"ח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מיומנויות — הידע המקצועי כקובץ שאפשר לערוך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תשע מיומנויות מובנות: כלכלה מאקרו, BDA, לבנון, סוריה, איסלאם, שיעה, יחסים בינלאומיים, ניתוח נרטיבים והטיות קוגניטיביות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מיומנות היא קובץ Markdown עם מבנה קבוע: שאלות ליבה, הנחיות ניתוח, מקורות מועדפים, דוגמאות והטיות ידועות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מיומנות מובנית ניתנת לשכפול ולעריכה — הגרסה המותאמת נשמרת בנפרד והמקור נשאר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מיומנות נושאת מילות מפתח להפעלה אוטומטית לפי תוכן המסמך</a:t>
            </a:r>
            <a:endParaRPr lang="en-US" sz="1200" dirty="0"/>
          </a:p>
        </p:txBody>
      </p:sp>
      <p:pic>
        <p:nvPicPr>
          <p:cNvPr id="6" name="Image 0" descr="/home/user/flightzone/docs/avar-guide/assets/19-skills-manag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244" y="1737360"/>
            <a:ext cx="6333808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מיומנויות — מובנות ומותאמות אישית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Creator — אשף בשישה שלבים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 — פרטים בסיסיים: שם בעברית ובאנגלית, תיאור, תגיות ומילות הפעלה אוטומטית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2 — שאלות ליבה: השאלות שהמיומנות תשאל על כל הערכה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 — הנחיות ניתוח: איך לנתח, מה לבדוק, מה להציג כטווח ומה כנקודה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האשף מיועד לאנליסט — לא למפתח. אין צורך לכתוב שורת קוד אחת</a:t>
            </a:r>
            <a:endParaRPr lang="en-US" sz="1200" dirty="0"/>
          </a:p>
        </p:txBody>
      </p:sp>
      <p:pic>
        <p:nvPicPr>
          <p:cNvPr id="6" name="Image 0" descr="/home/user/flightzone/docs/avar-guide/assets/20-skill-creator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0" y="1737360"/>
            <a:ext cx="5077675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 באשף יצירת המיומנות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מיקוד החיפוש — דומיינים ומקורות API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4 מגדיר איפה המיומנות מחפשת: רשימת דומיינים ממוקדים במקום חיפוש רשת פתוח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לחבר מקורות API פרטיים שהוגדרו במערכת — ארכיון פנימי, אגרגטור ידיעות, מאגר מדדים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כשהמיומנות פעילה, הסוכן שמשתמש בה יחפש רק במקורות האלה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נשמרת איכות המקורות ולא רק כמותם</a:t>
            </a:r>
            <a:endParaRPr lang="en-US" sz="1200" dirty="0"/>
          </a:p>
        </p:txBody>
      </p:sp>
      <p:pic>
        <p:nvPicPr>
          <p:cNvPr id="6" name="Image 0" descr="/home/user/flightzone/docs/avar-guide/assets/23-skill-creator-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0" y="1737360"/>
            <a:ext cx="5077675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4 — מיקוד מקורות החיפוש של המיומנות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התוצר: קובץ Markdown שאפשר לקרוא, לגרסן ולשתף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השמירה מוצגת תצוגה מקדימה של הקובץ שייווצר, במלואו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הפורמט הוא Markdown רגיל עם Frontmatter — קריא לאדם וניתן לניהול גרסאות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הקובץ נגזר אוטומטית מהשם באנגלית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לייצא מיומנות, לשתף אותה עם צוות אחר ולייבא אותה חזרה</a:t>
            </a:r>
            <a:endParaRPr lang="en-US" sz="1200" dirty="0"/>
          </a:p>
        </p:txBody>
      </p:sp>
      <p:pic>
        <p:nvPicPr>
          <p:cNvPr id="6" name="Image 0" descr="/home/user/flightzone/docs/avar-guide/assets/25-skill-creator-pre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0" y="1737360"/>
            <a:ext cx="5077675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תצוגה מקדימה של קובץ המיומנות שייווצר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סוכנים — מי בודק את ההערכה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שישה סוכנים מובנים, כל אחד עם תפקיד, עדיפות ומיומנויות משויכות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Devil's Advocate מסומן בעדיפות קריטית ומצורף כברירת מחדל לכל ניתוח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מובנה ניתן לשכפול לעותק מותאם — הגדרות הבית נשמרות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עדיפות הסוכן קובעת את סדר ההפעלה כשרצים סוכנים מרובים</a:t>
            </a:r>
            <a:endParaRPr lang="en-US" sz="1200" dirty="0"/>
          </a:p>
        </p:txBody>
      </p:sp>
      <p:pic>
        <p:nvPicPr>
          <p:cNvPr id="6" name="Image 0" descr="/home/user/flightzone/docs/avar-guide/assets/26-agents-manag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383" y="1737360"/>
            <a:ext cx="6215529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סוכנים — תפקיד, עדיפות ומיומנויות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Creator — הגדרת מומחה חדש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אשף בחמישה שלבים: פרטים, תיאור ומשימה, מיומנויות, הפעלה ופלט, תצוגה מקדימה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הנחיות הפרומפט נכתבות בעברית פשוטה — הן שהופכות את הסוכן למומחה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שיוך מיומנויות קיימות לסוכן החדש בבחירה מרשימה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מילות מפתח שיפעילו את הסוכן אוטומטית, ועדיפות ההפעלה שלו</a:t>
            </a:r>
            <a:endParaRPr lang="en-US" sz="1200" dirty="0"/>
          </a:p>
        </p:txBody>
      </p:sp>
      <p:pic>
        <p:nvPicPr>
          <p:cNvPr id="6" name="Image 0" descr="/home/user/flightzone/docs/avar-guide/assets/28-agent-creator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0" y="1737360"/>
            <a:ext cx="5077675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סוכן חדש — תיאור והנחיות פרומפט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— תצורות ניתוח שמורות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מקבץ סוכנים, מילות הפעלה אוטומטית ומיקוד סינתזה תחת שם אחד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תצורות מובנות: הערכת איום, הערכת הפסקת אש — ואפשר להוסיף משלכם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מיקוד הסינתזה מכוון את הדו"ח הסופי: על מה להתמקד ואיזו שאלה לענות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כשמסמך מכיל את מילות ההפעלה, התצורה נבחרת אוטומטית במסך ההערכה החדשה</a:t>
            </a:r>
            <a:endParaRPr lang="en-US" sz="1200" dirty="0"/>
          </a:p>
        </p:txBody>
      </p:sp>
      <p:pic>
        <p:nvPicPr>
          <p:cNvPr id="6" name="Image 0" descr="/home/user/flightzone/docs/avar-guide/assets/30-workflow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Workflows — תצורות ניתוח לשימוש חוזר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המנוע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 — חיבור מאגרים פרטיים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לחיפוש הרשת: חיבור מקורות API פרטיים לצד ארגוני או לארכיון פנימי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ב-GET ו-POST, עם אימות ללא / משתמש-סיסמה / מפתח API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מבנה התשובה כך שכל מקור מחזיר תוצאות בפורמט אחיד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 ההזדהות נשמרים בצד השרת ומוסתרים בממשק — הם לעולם לא מגיעים לדפדפן</a:t>
            </a:r>
            <a:endParaRPr lang="en-US" sz="1200" dirty="0"/>
          </a:p>
        </p:txBody>
      </p:sp>
      <p:pic>
        <p:nvPicPr>
          <p:cNvPr id="6" name="Image 0" descr="/home/user/flightzone/docs/avar-guide/assets/31-sourc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מקורות — חיבור מאגרי מידע פרטיים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משתמשים והרשאות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11135" y="173736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תפקידים: מנהל מערכת ואנליסט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משתמשים, איפוס סיסמאות והסרה — למנהל בלבד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סיסמאות נשמרות כ-hash בלבד (bcrypt) ולעולם לא כטקסט גלוי</a:t>
            </a:r>
            <a:endParaRPr lang="en-US" sz="1200" dirty="0"/>
          </a:p>
          <a:p>
            <a:pPr algn="r"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ניהול המשתמשים אינו מוצג כלל למי שאינו מנהל</a:t>
            </a:r>
            <a:endParaRPr lang="en-US" sz="1200" dirty="0"/>
          </a:p>
        </p:txBody>
      </p:sp>
      <p:pic>
        <p:nvPicPr>
          <p:cNvPr id="6" name="Image 0" descr="/home/user/flightzone/docs/avar-guide/assets/32-us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32" y="1737360"/>
            <a:ext cx="6656832" cy="41605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F2447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007608"/>
            <a:ext cx="6751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B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משתמשים — למנהל מערכת בלבד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עקרונות שנבנו לתוך המערכת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0148" y="1737360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68735" y="2162556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1316" y="1792224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מפתחות API לעולם אינם בצד הלקוח — כל קריאה למודל או לחיפוש עוברת דרך שרת מאובטח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0148" y="2843784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268980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1316" y="2898648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נקודות הקצה מוגנות באימות; טוקן שפג תוקפו מחזיר את המשתמש למסך הכניסה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0148" y="3950208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68735" y="4375404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1316" y="4005072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מסמכי הערכה אינם נשמרים בענן ללא הצפנה, ותוכן גולמי אינו נכתב ללוגים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07228" y="2162556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1792224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 הזדהות של מקורות חיצוניים מוסתרים בממשק ונשמרים בצד השרת בלבד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43784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7228" y="3268980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2898648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תוכננה לזרימות עבודה של מודיעין גלוי (OSINT); עבודה מסווגת היא שלב עתידי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94415" cy="1097280"/>
          </a:xfrm>
          <a:prstGeom prst="roundRect">
            <a:avLst>
              <a:gd name="adj" fmla="val 5833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6636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האבטחה של AVAR נגזרת מהנחת יסוד אחת: המסמכים שהמערכת מקבלת הם הנכס הרגיש ביותר בה. מכאן נגזרות ההגבלות — אין מפתחות בצד לקוח, אין תוכן גולמי בלוגים, ואין אחסון לא מוצפן.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329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EBF6"/>
          </a:solidFill>
          <a:ln w="12700">
            <a:solidFill>
              <a:srgbClr val="E5EB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905695" y="329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המערכת נותנת לאנליסט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0148" y="1737360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68735" y="2162556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1316" y="1792224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עמיתים שיטתית על כל הערכה — בלי להמתין לזמינות של אדם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0148" y="2843784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68735" y="3268980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1316" y="2898648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חשיפת ההנחות הסמויות שנושאות את ההערכה ואיש לא ניסח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0148" y="3950208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68735" y="4375404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1316" y="4005072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עדויות סותרות מהשטח, בשלוש שפות, עם מקור ודירוג אמינות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07228" y="2162556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1792224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חלופות מדורגות בשני ממדים במקום תרחיש יחיד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43784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7228" y="3268980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2898648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שקיפות מלאה — כל סוכן, כל חיפוש וכל עלות חשופים לבדיקה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54329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7228" y="4375404"/>
            <a:ext cx="109728" cy="109728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005072"/>
            <a:ext cx="47745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פתוח להרחבה: הצוות מגדיל את הידע של המערכת בעצמו, בלי מפתח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94415" cy="1097280"/>
          </a:xfrm>
          <a:prstGeom prst="roundRect">
            <a:avLst>
              <a:gd name="adj" fmla="val 5833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6636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F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AVAR אינה מחליפה את האנליסט. היא מוודאת שאף הערכה לא תצא מהדלת בלי שמישהו — או משהו — ניסה להפריך אותה קודם.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377440"/>
            <a:ext cx="5486400" cy="54864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10312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AVAR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383280"/>
            <a:ext cx="9631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הערכה ראויה למי שינסה להפריך אותה — לפני שהיא יוצאת מהדלת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480560"/>
            <a:ext cx="8899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3A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הנתונים, המסמכים והמקורות המופיעים בצילומי המסך הם נתוני הדגמה סינתטיים שנוצרו לצורך המדריך בלבד.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AVAR — מערכת אימות הערכות מודיעיניות</dc:title>
  <dc:subject>PptxGenJS Presentation</dc:subject>
  <dc:creator>AVAR</dc:creator>
  <cp:lastModifiedBy>AVAR</cp:lastModifiedBy>
  <cp:revision>1</cp:revision>
  <dcterms:created xsi:type="dcterms:W3CDTF">2026-09-15T13:17:32Z</dcterms:created>
  <dcterms:modified xsi:type="dcterms:W3CDTF">2026-09-15T13:17:32Z</dcterms:modified>
</cp:coreProperties>
</file>